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10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  <a:ea typeface="Microsoft YaHei"/>
              </a:rPr>
              <a:t>P5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657600"/>
            <a:ext cx="1828800" cy="50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  <a:ea typeface="Microsoft YaHei"/>
              </a:rPr>
              <a:t>P5 real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796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56032">
              <a:lnSpc>
                <a:spcPct val="112000"/>
              </a:lnSpc>
              <a:spcAft>
                <a:spcPts val="400"/>
              </a:spcAft>
              <a:buClr>
                <a:srgbClr val="ED7D31"/>
              </a:buClr>
              <a:buSzPts val="1600"/>
              <a:buFont typeface="Arial"/>
              <a:buChar char="•"/>
            </a:pPr>
            <a:r>
              <a:rPr sz="1600" b="0" i="0">
                <a:solidFill>
                  <a:srgbClr val="1A2733"/>
                </a:solidFill>
                <a:latin typeface="Calibri"/>
                <a:ea typeface="Microsoft YaHei"/>
              </a:rPr>
              <a:t>Original PPTX renderer</a:t>
            </a:r>
          </a:p>
          <a:p>
            <a:pPr marL="274320" indent="-256032">
              <a:lnSpc>
                <a:spcPct val="112000"/>
              </a:lnSpc>
              <a:spcBef>
                <a:spcPts val="800"/>
              </a:spcBef>
              <a:spcAft>
                <a:spcPts val="400"/>
              </a:spcAft>
              <a:buClr>
                <a:srgbClr val="ED7D31"/>
              </a:buClr>
              <a:buSzPts val="1600"/>
              <a:buFont typeface="Arial"/>
              <a:buChar char="•"/>
            </a:pPr>
            <a:r>
              <a:rPr sz="1600" b="0" i="0">
                <a:solidFill>
                  <a:srgbClr val="1A2733"/>
                </a:solidFill>
                <a:latin typeface="Calibri"/>
                <a:ea typeface="Microsoft YaHei"/>
              </a:rPr>
              <a:t>真实内容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5A6675"/>
                </a:solidFill>
                <a:latin typeface="Calibri"/>
                <a:ea typeface="Microsoft YaHe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